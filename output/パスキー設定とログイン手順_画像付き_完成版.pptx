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https://support.apple.com/ja-jp/guide/iphone/iph37306ae67/27/ios/27
https://support.apple.com/ja-jp/109016
画像: Apple サポートのiPhone画面例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https://support.google.com/android/answer/14124480?hl=ja
https://developer.android.com/blog/posts/zoho-achieves-6x-faster-logins-with-passkey-and-credential-manager-integration
画像: Android Developersの画面例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https://support.apple.com/ja-jp/guide/passwords/mchl4af65d1a/3.0/mac/27
https://developer.apple.com/passkeys/
画像: Apple DeveloperのMac画面例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https://support.microsoft.com/ja-jp/accounts-billing/security/sign-in-options-in-windows
https://support.microsoft.com/ja-jp/accounts-billing/security/create-save-passkey
画像: Microsoft サポートのWindows設定画面例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https://support.apple.com/ja-jp/guide/iphone/iphf538ea8d0/27/ios/27
https://support.google.com/android/answer/14124480?hl=ja
https://support.microsoft.com/ja-jp/accounts-billing/security/create-save-passkey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https://support.apple.com/ja-jp/104955
https://support.microsoft.com/ja-jp/accounts-billing/security/troubleshoot-signing-in-with-a-passkey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yabu/.codex/generated_images/01a18975-f141-7113-8823-f059e3929cd1/exec-8d0d94be-128c-4c7a-a027-f8d565e197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7160"/>
            <a:ext cx="6656832" cy="6492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777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まちの伝言板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150876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パスキーの設定と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ログイン手順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iPhone・Android・Mac・Windows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顔認証・指紋認証・端末のPINでログイン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利用者向け  |  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最初に確認すること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アカウントを用意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最初の登録時は、まちの伝言板にID・パスワードでログインします。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79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端末の画面ロックを設定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369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顔認証・指紋認証・PIN／パスコードのいずれかを使います。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422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同じURLを開く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9943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登録とログインは同じサイトのURLで行います。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https://chonaikai-maoyabu-4c7a141082fc.herokuapp.com/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 ＞  ログイン・通知  ＞  パスキー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「現在のパスワード」を入力して「この端末でパスキーを登録」を選びます。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設定で画面ロック用パスコードを有効にします。Face IDまたはTouch IDも設定できます。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現在のパスワードを入力して登録。Face ID／Touch ID／パスコードで確認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次回：ログイン画面で「パスキーでログイン」を押し、端末で確認</a:t>
            </a:r>
            <a:endParaRPr lang="en-US" sz="1500" dirty="0"/>
          </a:p>
        </p:txBody>
      </p:sp>
      <p:pic>
        <p:nvPicPr>
          <p:cNvPr id="18" name="Image 0" descr="Apple サポートのiPhone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307592"/>
            <a:ext cx="3108960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 サポートのiPhone画面例（説明用）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設定で画面ロック（PIN、パターン、パスワード）を有効にします。指紋・顔認証も使えます。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Chromeなど対応ブラウザでサイトを開き、ID・パスワードでログイン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現在のパスワードを入力して登録。保存先を確認し、指紋／顔／画面ロックで作成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次回：ログイン画面で「パスキーでログイン」を押し、画面ロックで確認</a:t>
            </a:r>
            <a:endParaRPr lang="en-US" sz="1500" dirty="0"/>
          </a:p>
        </p:txBody>
      </p:sp>
      <p:pic>
        <p:nvPicPr>
          <p:cNvPr id="18" name="Image 0" descr="Android Developersの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307592"/>
            <a:ext cx="3108960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 Developersの画面例（説明用）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Macのログインパスワードを設定します。Touch ID搭載機なら指紋も登録します。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Safariなど対応ブラウザでサイトを開き、ID・パスワードでログイン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現在のパスワードを入力して登録。Touch ID、または画面で選んだ方法で確認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次回：ログイン画面で「パスキーでログイン」を押し、Touch ID等で確認</a:t>
            </a:r>
            <a:endParaRPr lang="en-US" sz="1500" dirty="0"/>
          </a:p>
        </p:txBody>
      </p:sp>
      <p:pic>
        <p:nvPicPr>
          <p:cNvPr id="18" name="Image 0" descr="Apple DeveloperのMac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874520"/>
            <a:ext cx="4800600" cy="3200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 DeveloperのMac画面例（説明用）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 ＞ アカウント ＞ サインイン オプションでWindows HelloのPINを設定します。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EdgeまたはChromeでサイトを開き、ID・パスワードでログイン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現在のパスワードを入力して登録。保存先を選び、Windows Helloの顔／指紋／PINで作成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次回：ログイン画面で「パスキーでログイン」を押し、Windows Helloで確認</a:t>
            </a:r>
            <a:endParaRPr lang="en-US" sz="1500" dirty="0"/>
          </a:p>
        </p:txBody>
      </p:sp>
      <p:pic>
        <p:nvPicPr>
          <p:cNvPr id="18" name="Image 0" descr="Microsoft サポートのWindows設定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874520"/>
            <a:ext cx="4800600" cy="3200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Microsoft サポートのWindows設定画面例（説明用）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ログイン画面での操作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89888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「パスキーでログイン」を押す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89888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保存済みのパスキーを選ぶ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8638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89888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顔・指紋・PIN／パスコードで本人確認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4800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管理者の方は、続けて認証アプリによる確認が必要です。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使えないときの確認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登録したURLを確認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localhostで作ったパスキーは、公開サイトでは使えません。公開サイトで登録し直します。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端末と保存先を確認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パスキーを保存した端末・Apple Account・Googleアカウントなどを確認します。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別の方法でログイン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6177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ID・パスワード、または連携済みのLINEログインを使えます。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パスキーの削除：プロフィール ＞ ログイン・通知 ＞ パスキー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パスキー設定とログイン手順</dc:title>
  <dc:subject>パスキー登録・ログイン手順</dc:subject>
  <dc:creator>まちの伝言板</dc:creator>
  <cp:lastModifiedBy>まちの伝言板</cp:lastModifiedBy>
  <cp:revision>1</cp:revision>
  <dcterms:created xsi:type="dcterms:W3CDTF">2026-10-30T08:41:13Z</dcterms:created>
  <dcterms:modified xsi:type="dcterms:W3CDTF">2026-10-30T08:41:13Z</dcterms:modified>
</cp:coreProperties>
</file>