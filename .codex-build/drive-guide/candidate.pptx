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036c4816404b63" /><Relationship Type="http://schemas.openxmlformats.org/officeDocument/2006/relationships/extended-properties" Target="/docProps/app.xml" Id="R0a501fc72e6a4858" /><Relationship Type="http://schemas.openxmlformats.org/officeDocument/2006/relationships/officeDocument" Target="/ppt/presentation.xml" Id="R53e7a0ee13cd4f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6a1141f0154de7"/>
  </p:sldMasterIdLst>
  <p:notesMasterIdLst>
    <p:notesMasterId xmlns:r="http://schemas.openxmlformats.org/officeDocument/2006/relationships" r:id="Raf143f9eb0d54cbe"/>
  </p:notesMasterIdLst>
  <p:sldIdLst>
    <p:sldId xmlns:r="http://schemas.openxmlformats.org/officeDocument/2006/relationships" id="256" r:id="R9af17f233fa749a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1b868567de4e35" /><Relationship Type="http://schemas.openxmlformats.org/officeDocument/2006/relationships/slideMaster" Target="/ppt/slideMasters/slideMaster1.xml" Id="R5a6a1141f0154de7" /><Relationship Type="http://schemas.openxmlformats.org/officeDocument/2006/relationships/notesMaster" Target="/ppt/notesMasters/notesMaster1.xml" Id="Raf143f9eb0d54cbe" /><Relationship Type="http://schemas.openxmlformats.org/officeDocument/2006/relationships/presProps" Target="/ppt/presProps.xml" Id="R4ae24c333f7c40bb" /><Relationship Type="http://schemas.openxmlformats.org/officeDocument/2006/relationships/tableStyles" Target="/ppt/tableStyles.xml" Id="R84aeea8760494121" /><Relationship Type="http://schemas.openxmlformats.org/officeDocument/2006/relationships/slide" Target="/ppt/slides/slide1.xml" Id="R9af17f233fa749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a023c82e9b4c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eae64a5dd14b59" /><Relationship Type="http://schemas.openxmlformats.org/officeDocument/2006/relationships/notesMaster" Target="/ppt/notesMasters/notesMaster1.xml" Id="Rcc62004b061d4a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管理者向け補足</a:t>
            </a:r>
          </a:p>
          <a:p xmlns:a="http://schemas.openxmlformats.org/drawingml/2006/main">
            <a:r>
              <a:t>APIキーだけでは非公開のExcel・PDFを操作できません。町内会所有のOAuthクライアントを使用します。Googleパスワードは管理システムに登録しません。</a:t>
            </a:r>
          </a:p>
          <a:p xmlns:a="http://schemas.openxmlformats.org/drawingml/2006/main">
            <a:r>
              <a:t>1. Google Driveの既存フォルダを起点として選択できます。町内会専用のアカウントで接続し、個人の私用アカウントを混ぜない運用を推奨します。役員は管理システムの認証・当年度役員権限でアクセスします。各役員のGoogleログインは不要です。</a:t>
            </a:r>
          </a:p>
          <a:p xmlns:a="http://schemas.openxmlformats.org/drawingml/2006/main">
            <a:r>
              <a:t>2. Google Cloudで作成するプロジェクトは町内会ごとに管理してください。Google Drive APIを有効にします。</a:t>
            </a:r>
          </a:p>
          <a:p xmlns:a="http://schemas.openxmlformats.org/drawingml/2006/main">
            <a:r>
              <a:t>3. Google Auth Platformのブランディングにアプリ名、ユーザーサポートメール、開発者連絡先を設定します。対象がGmailの場合は外部を選び、テスト状態では町内会アカウントをテストユーザーに追加します。データアクセスに https://www.googleapis.com/auth/drive を登録します。このスコープは制限付きです。既存フォルダ内の既存資料を操作するために使用しています。Google側の許可はフォルダだけに限定されません。公開時には審査・セキュリティ評価が必要となる場合があり、例外の適用は運用担当者と公式文書で確認してください。</a:t>
            </a:r>
          </a:p>
          <a:p xmlns:a="http://schemas.openxmlformats.org/drawingml/2006/main">
            <a:r>
              <a:t>4. クライアント種別はウェブアプリケーションです。システム設定画面の承認済みリダイレクトURIを完全一致で登録します。IDとシークレットは町内会管理者設定にのみ登録し、資料や共有メールに記載しないでください。</a:t>
            </a:r>
          </a:p>
          <a:p xmlns:a="http://schemas.openxmlformats.org/drawingml/2006/main">
            <a:r>
              <a:t>5. 設定を保存した後、Googleアカウントで接続しアクセスを許可します。接続済みアカウントと共有フォルダを確認します。Excel・PDFで閲覧・アップロード・ダウンロード・ゴミ箱移動を試します。検証用の資料を使用してください。</a:t>
            </a:r>
          </a:p>
          <a:p xmlns:a="http://schemas.openxmlformats.org/drawingml/2006/main">
            <a:r>
              <a:t>PDFは画面内で閲覧、xlsxはシートの文字を簡易表示、xlsはダウンロードして閲覧します。アップロードは1件20MBまで。削除資料はGoogle Driveのゴミ箱から復元できます。</a:t>
            </a:r>
          </a:p>
          <a:p xmlns:a="http://schemas.openxmlformats.org/drawingml/2006/main">
            <a:r>
              <a:t>外部アプリのテスト状態でDriveスコープを要求する更新トークンは通常7日で失効します。本番の公開状態・審査の要否を運用担当者が判断してください。</a:t>
            </a:r>
          </a:p>
          <a:p xmlns:a="http://schemas.openxmlformats.org/drawingml/2006/main">
            <a:r>
              <a:t>システム運用担当者：PUBLIC_BASE_URLとDRIVE_ENCRYPTION_KEYの設定が必要です。詳細はGOOGLE_DRIVE.mdを参照。</a:t>
            </a:r>
          </a:p>
          <a:p xmlns:a="http://schemas.openxmlformats.org/drawingml/2006/main">
            <a:r>
              <a:t>出典（確認日2026-10-04）</a:t>
            </a:r>
          </a:p>
          <a:p xmlns:a="http://schemas.openxmlformats.org/drawingml/2006/main">
            <a:r>
              <a:t>https://developers.google.com/identity/protocols/oauth2/web-server</a:t>
            </a:r>
          </a:p>
          <a:p xmlns:a="http://schemas.openxmlformats.org/drawingml/2006/main">
            <a:r>
              <a:t>https://developers.google.com/workspace/drive/api/guides/api-specific-auth</a:t>
            </a:r>
          </a:p>
          <a:p xmlns:a="http://schemas.openxmlformats.org/drawingml/2006/main">
            <a:r>
              <a:t>https://developers.google.com/identity/protocols/oauth2</a:t>
            </a:r>
          </a:p>
          <a:p xmlns:a="http://schemas.openxmlformats.org/drawingml/2006/main">
            <a:r>
              <a:t>https://developers.google.com/identity/protocols/oauth2/production-readiness/restricted-scope-verification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d460c0ce3e49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dda7a3e89043aa" /><Relationship Type="http://schemas.openxmlformats.org/officeDocument/2006/relationships/slideLayout" Target="/ppt/slideLayouts/slideLayout1.xml" Id="R4744b561c93b4e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44b561c93b4e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62badd574437e" /><Relationship Type="http://schemas.openxmlformats.org/officeDocument/2006/relationships/notesSlide" Target="/ppt/notesSlides/notesSlide1.xml" Id="Rbd1169472f9b42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A4F520-2D27-4B8B-8702-ECDBA244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00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4F6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3600" b="1">
                <a:solidFill>
                  <a:srgbClr val="174F66"/>
                </a:solidFill>
                <a:latin typeface="Hiragino Kaku Gothic ProN"/>
                <a:ea typeface="Hiragino Kaku Gothic ProN"/>
                <a:cs typeface="Hiragino Kaku Gothic ProN"/>
              </a:rPr>
              <a:t>Google Drive連携の準備手順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F1FD4-39A2-4E91-AE3D-F30512AD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1400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025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rPr>
              <a:t>町内会管理者向け　町内会のGoogleアカウントと共有フォルダを用意します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CE57F-BFCE-4539-B253-0AECE044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0225"/>
            <a:ext cx="533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87A9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925" b="1">
                <a:solidFill>
                  <a:srgbClr val="187A91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6262D-F708-4318-8F7F-A539042C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800225"/>
            <a:ext cx="1295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rPr>
              <a:t>共有するフォルダを用意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82C78-50F5-4578-BDBC-15151752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200275"/>
            <a:ext cx="1304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rPr>
              <a:t>Google Driveで資料の起点フォルダを決め、URLをコピーします。</a:t>
            </a:r>
          </a:p>
          <a:p xmlns:a="http://schemas.openxmlformats.org/drawingml/2006/main">
            <a:pPr>
              <a:defRPr sz="1800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rPr>
              <a:t>接続に使う町内会アカウントに、このフォルダの編集権限があることを確認します。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BE37F-D4C1-4A86-B84F-D7A214C8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533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87A9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925" b="1">
                <a:solidFill>
                  <a:srgbClr val="187A91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F8ADE-0451-4DF3-9286-3478B985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876550"/>
            <a:ext cx="1295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rPr>
              <a:t>Google Drive APIを有効化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231B4-3A8A-4F94-8C23-196B1A8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276600"/>
            <a:ext cx="1304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rPr>
              <a:t>console.cloud.google.com で町内会用プロジェクトを作成します。</a:t>
            </a:r>
          </a:p>
          <a:p xmlns:a="http://schemas.openxmlformats.org/drawingml/2006/main">
            <a:pPr>
              <a:defRPr sz="1800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rPr>
              <a:t>「APIとサービス」のライブラリで「Google Drive API」を検索し、有効にします。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C2FA8-3350-4975-9435-DFE3F23A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533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87A9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925" b="1">
                <a:solidFill>
                  <a:srgbClr val="187A91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E19F6-25FA-4AB5-9823-00EA79A7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952875"/>
            <a:ext cx="1295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rPr>
              <a:t>Googleの同意画面を設定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957F5-468F-41F2-96AB-C9D9104F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352925"/>
            <a:ext cx="1304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rPr>
              <a:t>Google Auth Platformでアプリ名・連絡先・対象ユーザーを設定します。</a:t>
            </a:r>
          </a:p>
          <a:p xmlns:a="http://schemas.openxmlformats.org/drawingml/2006/main">
            <a:pPr>
              <a:defRPr sz="1800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rPr>
              <a:t>データアクセスに https://www.googleapis.com/auth/drive を追加します。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951E2-94F0-4345-8983-644D1ADB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533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87A9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925" b="1">
                <a:solidFill>
                  <a:srgbClr val="187A91"/>
                </a:solidFill>
                <a:latin typeface="Hiragino Kaku Gothic ProN"/>
                <a:ea typeface="Hiragino Kaku Gothic ProN"/>
                <a:cs typeface="Hiragino Kaku Gothic ProN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49BDF-F559-4676-8DC0-B51A3578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029200"/>
            <a:ext cx="1295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rPr>
              <a:t>OAuthクライアントを作成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4101B-B861-4286-917A-3C7151D6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429250"/>
            <a:ext cx="1304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rPr>
              <a:t>「クライアント」で「ウェブアプリケーション」を選びます。管理者設定に表示する</a:t>
            </a:r>
          </a:p>
          <a:p xmlns:a="http://schemas.openxmlformats.org/drawingml/2006/main">
            <a:pPr>
              <a:defRPr sz="1800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rPr>
              <a:t>リダイレクトURIを登録し、クライアントIDとシークレットを控えます。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318B4-97A6-429B-A3A1-32351642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533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87A91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925" b="1">
                <a:solidFill>
                  <a:srgbClr val="187A91"/>
                </a:solidFill>
                <a:latin typeface="Hiragino Kaku Gothic ProN"/>
                <a:ea typeface="Hiragino Kaku Gothic ProN"/>
                <a:cs typeface="Hiragino Kaku Gothic ProN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421A2-BC3A-461F-9D59-C701DD00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6105525"/>
            <a:ext cx="1295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175" b="1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rPr>
              <a:t>管理システムに登録して接続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691DA-DA0C-4C36-82BA-9C457FB4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6505575"/>
            <a:ext cx="1304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rPr>
              <a:t>「町内会管理」の「Google Drive連携設定」にID・シークレット・フォルダURLを保存。</a:t>
            </a:r>
          </a:p>
          <a:p xmlns:a="http://schemas.openxmlformats.org/drawingml/2006/main">
            <a:pPr>
              <a:defRPr sz="1800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800" b="0">
                <a:solidFill>
                  <a:srgbClr val="263849"/>
                </a:solidFill>
                <a:latin typeface="Hiragino Kaku Gothic ProN"/>
                <a:ea typeface="Hiragino Kaku Gothic ProN"/>
                <a:cs typeface="Hiragino Kaku Gothic ProN"/>
              </a:rPr>
              <a:t>「Googleアカウントで接続」で許可し、役員メニューの「町内会ドキュメント管理」で確認。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32471-E195-4F58-9EC0-D4D6D3FA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343775"/>
            <a:ext cx="1400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4511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0">
                <a:solidFill>
                  <a:srgbClr val="845116"/>
                </a:solidFill>
                <a:latin typeface="Hiragino Kaku Gothic ProN"/>
                <a:ea typeface="Hiragino Kaku Gothic ProN"/>
                <a:cs typeface="Hiragino Kaku Gothic ProN"/>
              </a:rPr>
              <a:t>テスト時：対象の町内会アカウントをテストユーザーに登録。外部アプリのテスト接続は通常7日で再接続が必要です。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F25688-D911-4D13-AEA8-92D54191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29550"/>
            <a:ext cx="1400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4511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0">
                <a:solidFill>
                  <a:srgbClr val="845116"/>
                </a:solidFill>
                <a:latin typeface="Hiragino Kaku Gothic ProN"/>
                <a:ea typeface="Hiragino Kaku Gothic ProN"/>
                <a:cs typeface="Hiragino Kaku Gothic ProN"/>
              </a:rPr>
              <a:t>本番時：公開・Google審査等の要否を運用担当者と確認してください。許可はDrive全体ですが、システムの操作は登録フォルダ内です。</a:t>
            </a:r>
          </a:p>
        </p:txBody>
      </p:sp>
    </p:spTree>
    <p:extLst>
      <p:ext uri="{BB962C8B-B14F-4D97-AF65-F5344CB8AC3E}">
        <p14:creationId xmlns:p14="http://schemas.microsoft.com/office/powerpoint/2010/main" val="1490231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2026-10-03T22:08:55.0090000Z</dcterms:created>
  <dcterms:modified xsi:type="dcterms:W3CDTF">2026-10-03T22:08:55.0090000Z</dcterms:modified>
</coreProperties>
</file>